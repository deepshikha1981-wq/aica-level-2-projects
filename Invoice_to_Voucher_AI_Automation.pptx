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36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 →  VOUCHER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Voucher Automation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061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Institute of Chartered Accountants of India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uploads an invoice  •  AI reads it  •  Staff reviews and posts the voucher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F2A00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voucher creation is still a bottleneck for CA practices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2108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219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is retyped by hand into ledgers — slow, repetitive, and error-prone.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2108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Workflow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2219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are spent each month on the same voucher creation steps, across every client.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108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31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Client–Team Friction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251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for clients to hand off invoices directly to the accounting team.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77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</a:t>
            </a:r>
            <a:endParaRPr lang="en-US" sz="2108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931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3251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 who created or edited a voucher, or what changed and when.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 app that reads client invoices and prepares ready-to-review accounting vouchers — automatically.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026664"/>
            <a:ext cx="164592" cy="164592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8986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uploaded invoices instantly — vendor, amounts, tax, dates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12464"/>
            <a:ext cx="164592" cy="164592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5844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accounts are auto-suggested from the Chart of Accounts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98264"/>
            <a:ext cx="164592" cy="164592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2702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verifies every entry with a simple Debit/Credit toggle before saving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1280160"/>
            <a:ext cx="4480560" cy="4846320"/>
          </a:xfrm>
          <a:prstGeom prst="roundRect">
            <a:avLst>
              <a:gd name="adj" fmla="val 3061"/>
            </a:avLst>
          </a:prstGeom>
          <a:solidFill>
            <a:srgbClr val="24316E"/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0" y="1600200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60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Invoice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0" y="2057400"/>
            <a:ext cx="0" cy="438912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60920" y="2496312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2953512"/>
            <a:ext cx="0" cy="438912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60920" y="3392424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09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392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Match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89520" y="3849624"/>
            <a:ext cx="0" cy="438912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60920" y="4288536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609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2885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Cr Review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89520" y="4745736"/>
            <a:ext cx="0" cy="438912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360920" y="5184648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6092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5184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Voucher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 upload to a saved, balanced voucher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38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79476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PDF/photo sent via a simple, public upload link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98064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8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32461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Data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79476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vendor, GSTIN, amounts, tax, dates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47488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9864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698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8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32461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Suggested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79476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matches or lets staff create the right ledger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96912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19288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1928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8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32461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461504" y="379476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Dr/Cr toggle, narration, and amounts confirmed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36345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46336" y="210312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68712" y="2423160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6871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380" dirty="0"/>
          </a:p>
        </p:txBody>
      </p:sp>
      <p:sp>
        <p:nvSpPr>
          <p:cNvPr id="31" name="Text 29"/>
          <p:cNvSpPr txBox="1"/>
          <p:nvPr/>
        </p:nvSpPr>
        <p:spPr>
          <a:xfrm>
            <a:off x="9683496" y="324612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Saved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710928" y="3794760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permanently, balance-checked before saving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3D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next: automatic export as a Tally-importable voucher file (covered separately)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AI Tools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free-tier tools — genuinely no-cost for an educational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108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Vercel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framework and free hosting — auto-deploys on every code change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⛁</a:t>
            </a:r>
            <a:endParaRPr lang="en-US" sz="2108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2860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Postgres database, file storage, and access policies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108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044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97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invoice images/PDFs and extracts structured data as JSON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77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2108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9044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297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— every change tracked, edited, and deployed from the browser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167335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⇧</a:t>
            </a:r>
            <a:endParaRPr lang="en-US" sz="238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Invoice Upload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62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Auto-cleaned filenames, safe 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9" name="Shape 7"/>
          <p:cNvSpPr/>
          <p:nvPr/>
        </p:nvSpPr>
        <p:spPr>
          <a:xfrm>
            <a:off x="5806440" y="167335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064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38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Extraction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62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GSTIN, amounts, tax read automatically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167335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238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Ledger Mapping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620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ledgers; staff can add new ones inline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405079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01168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38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/ Credit Toggle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239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switchable, per-line control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24" name="Shape 22"/>
          <p:cNvSpPr/>
          <p:nvPr/>
        </p:nvSpPr>
        <p:spPr>
          <a:xfrm>
            <a:off x="5806440" y="405079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0644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38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 Check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239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save until Dr equals Cr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24316E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0" y="4050792"/>
            <a:ext cx="640080" cy="6400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0120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⚿</a:t>
            </a:r>
            <a:endParaRPr lang="en-US" sz="238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Passcode-Protected Access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5239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Staff-only screen, separate from client upload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tables power the whole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534924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391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for the dropdown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82112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name, e.g. "CGST"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694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002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984248"/>
            <a:ext cx="534924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691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0391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voucher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2615184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3182112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20840" y="31272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voucher_number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749040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3694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voucher_date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6941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4315968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4261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42611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free text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4882896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20840" y="48280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4828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ledger, Dr/Cr, amount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5449824"/>
            <a:ext cx="82296" cy="256032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20840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audit log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App, Live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the actual working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/home/claude/ppt/voucher_blan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83080"/>
            <a:ext cx="5029200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Builder — ready for entry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8" name="Image 1" descr="/home/claude/ppt/voucher_fill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783080"/>
            <a:ext cx="4892040" cy="3840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5715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AI-Extracted Data — auto-filled ledgers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Control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and staff see two very different screens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2A00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49240" cy="41148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Access — /upload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974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public upload link — no login needed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8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ledgers, amounts, or accounting data visible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FFF3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28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51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view, edit, or create vouchers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9164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2103120"/>
            <a:ext cx="5349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— /voucher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37960" y="2743200"/>
            <a:ext cx="384048" cy="384048"/>
          </a:xfrm>
          <a:prstGeom prst="ellipse">
            <a:avLst/>
          </a:prstGeom>
          <a:solidFill>
            <a:srgbClr val="E9ED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⚿</a:t>
            </a:r>
            <a:endParaRPr lang="en-US" sz="1428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6974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behind a team passcode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384048" cy="384048"/>
          </a:xfrm>
          <a:prstGeom prst="ellipse">
            <a:avLst/>
          </a:prstGeom>
          <a:solidFill>
            <a:srgbClr val="E9ED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4747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ledger, Dr/Cr, and narration control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4297680"/>
            <a:ext cx="384048" cy="384048"/>
          </a:xfrm>
          <a:prstGeom prst="ellipse">
            <a:avLst/>
          </a:prstGeom>
          <a:solidFill>
            <a:srgbClr val="E9ED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8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251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live queue of pending client invoices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6309360"/>
            <a:ext cx="11064240" cy="91"/>
          </a:xfrm>
          <a:prstGeom prst="roundRect">
            <a:avLst/>
          </a:prstGeom>
          <a:ln/>
        </p:spPr>
      </p:sp>
      <p:sp>
        <p:nvSpPr>
          <p:cNvPr id="31" name="Text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after this submission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⇩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57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XML Voucher Export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14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a Tally-importable voucher file — covered as a separate module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⚿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57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Multi-User Login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514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staff accounts replacing the shared passcode, with a per-person audit log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4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Production-Tier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17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AI tier removes free-tier rate limits and occasional "high demand" delays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06240"/>
            <a:ext cx="548640" cy="54864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04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GSTIN-Based Auto Matching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617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matched by GSTIN so returning invoices need zero manual ledger selection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Links to Use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both during the recording to show the full client-to-staff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00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CLIENT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 Link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yourself to show a client uploading an invoice — no login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22402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0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2240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ivapp.vercel.app/upload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114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CA STAFF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Processing Link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749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team passcode, see the invoice waiting, and process it into a voucher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4343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0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4343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ivapp.vercel.app/voucher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3D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upload on the Client link first, switch tabs to the Staff link, and click "Process this invoice" to show the AI auto-fill live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Invoice-to-Voucher AI Automation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60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CA Deepa Gupta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Number:-511382</a:t>
            </a:r>
          </a:p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F2A00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845</Words>
  <Application>Microsoft Office PowerPoint</Application>
  <PresentationFormat>Widescreen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 and Co</cp:lastModifiedBy>
  <cp:revision>3</cp:revision>
  <dcterms:created xsi:type="dcterms:W3CDTF">2026-09-25T01:37:35Z</dcterms:created>
  <dcterms:modified xsi:type="dcterms:W3CDTF">2026-09-25T02:21:24Z</dcterms:modified>
</cp:coreProperties>
</file>